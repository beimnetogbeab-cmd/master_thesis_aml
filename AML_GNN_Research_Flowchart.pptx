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01b37082ff41b3" /><Relationship Type="http://schemas.openxmlformats.org/officeDocument/2006/relationships/extended-properties" Target="/docProps/app.xml" Id="R2253ba90711f4d73" /><Relationship Type="http://schemas.openxmlformats.org/officeDocument/2006/relationships/officeDocument" Target="/ppt/presentation.xml" Id="R4fd3941b19a54f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c6587b1a324e45"/>
  </p:sldMasterIdLst>
  <p:notesMasterIdLst>
    <p:notesMasterId xmlns:r="http://schemas.openxmlformats.org/officeDocument/2006/relationships" r:id="R17aeae38ec1a4007"/>
  </p:notesMasterIdLst>
  <p:sldIdLst>
    <p:sldId xmlns:r="http://schemas.openxmlformats.org/officeDocument/2006/relationships" id="256" r:id="Rc0de69829bf64cad"/>
  </p:sldIdLst>
  <p:sldSz cx="17145000" cy="1981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99e1d075754d57" /><Relationship Type="http://schemas.openxmlformats.org/officeDocument/2006/relationships/slideMaster" Target="/ppt/slideMasters/slideMaster1.xml" Id="R57c6587b1a324e45" /><Relationship Type="http://schemas.openxmlformats.org/officeDocument/2006/relationships/notesMaster" Target="/ppt/notesMasters/notesMaster1.xml" Id="R17aeae38ec1a4007" /><Relationship Type="http://schemas.openxmlformats.org/officeDocument/2006/relationships/presProps" Target="/ppt/presProps.xml" Id="R5dabf9c8ef8b4790" /><Relationship Type="http://schemas.openxmlformats.org/officeDocument/2006/relationships/tableStyles" Target="/ppt/tableStyles.xml" Id="Rf53fce4bf6364531" /><Relationship Type="http://schemas.openxmlformats.org/officeDocument/2006/relationships/slide" Target="/ppt/slides/slide1.xml" Id="Rc0de69829bf64c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b61c1f1ce049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5f410d313549f6" /><Relationship Type="http://schemas.openxmlformats.org/officeDocument/2006/relationships/notesMaster" Target="/ppt/notesMasters/notesMaster1.xml" Id="Rbe8affa9b68f4e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01265fc1c48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99ca3eb2704cba" /><Relationship Type="http://schemas.openxmlformats.org/officeDocument/2006/relationships/slideLayout" Target="/ppt/slideLayouts/slideLayout1.xml" Id="Rddaeec0348b349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aeec0348b349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886c0d2cd4634" /><Relationship Type="http://schemas.openxmlformats.org/officeDocument/2006/relationships/image" Target="/ppt/media/image.png" Id="R543fb81861d24001" /><Relationship Type="http://schemas.openxmlformats.org/officeDocument/2006/relationships/notesSlide" Target="/ppt/notesSlides/notesSlide1.xml" Id="Rc03ae050b8db4a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fb81861d24001"/>
          <a:stretch xmlns:a="http://schemas.openxmlformats.org/drawingml/2006/main"/>
        </p:blipFill>
        <p:spPr>
          <a:xfrm xmlns:a="http://schemas.openxmlformats.org/drawingml/2006/main">
            <a:off x="0" y="0"/>
            <a:ext cx="17145000" cy="1981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850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2026-08-24T11:50:07.9820000Z</dcterms:created>
  <dcterms:modified xsi:type="dcterms:W3CDTF">2026-08-24T11:50:07.9830000Z</dcterms:modified>
</coreProperties>
</file>